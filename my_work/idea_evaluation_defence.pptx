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10 seconds: say your name and the project title, and move on.
The rules: five slides, three minutes, then two minutes of questions. Do not add slides, and do not make the text smaller to fit more in — cut words instead.
Each slide comes from your idea evaluation or your literature check. If a slide is hard to fill, that part of your idea evaluation needs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
Read your three sentences as written. If you need more than three sentences, the problem is not narrow enough yet.
Then say whether it is a new problem or an old one. If new, why it matters. If old, what has been tried and why that is not good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This slide comes from your literature check (my_work/literature_verification.md).
Name the three works closest to yours — only works you have opened and checked yourself — and what each does not do.
Then say the gap in one sentence, and what you changed in your project because of the check — if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Sections 4, 5 and 7 of your idea evaluation.
Say your contribution type, and how the gap points to it. Then your contributions — each one names the problem, your method and what is gained, not just what you did.
Finish with the necessity test: take away the making, then the site. Both should break the project; say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
Name your primary venue and track, the format and the deadline, and one thing its review form rewards. Give your backup.
Then the made thing: what it is, which machine or material, and whether it is booked. One image if you have one.
Stop. Questions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ENCE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minutes · 5 slides · then 2 minutes of questions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033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ARTD8105 · Session 8 · 14 October 2026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ENCE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9646920" y="438912"/>
            <a:ext cx="1965960" cy="530352"/>
          </a:xfrm>
          <a:prstGeom prst="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4" name="Text 1"/>
          <p:cNvSpPr/>
          <p:nvPr/>
        </p:nvSpPr>
        <p:spPr>
          <a:xfrm>
            <a:off x="9646920" y="4389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about 45 seconds</a:t>
            </a:r>
            <a:endParaRPr lang="en-US" sz="1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7635240" y="1371600"/>
            <a:ext cx="3977640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ARTD8105 · Idea evaluation defence · 3 minutes, then 2 minutes of questions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Living Data Forest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033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[Your name]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[In a group: each name, with that person’s role]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More-than-human data is shown mostly as screen charts for human analysis. Those charts treat other agencies as data subjects, not co-inhabitants. How that data becomes an inhabitable, narrative form is still open.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New or old?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Old. Physicalization and more-than-human design already exist. Few works turn that data into an embodied narrative environment, or ask whether the encounter fosters kinship.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gap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Biggs et al. 2021: personal reflection, not an inhabitable narrative environment.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Lee and Pschetz 2024: conceptual, no embodied data environment.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Perovich et al. 2020: civic data physicalization, not more-than-human kinship.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gap, and what changed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Few works materialize more-than-human data into embodied, narrative environments or examine whether such encounters foster kinship.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[What you changed in your project because of the check]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contribution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[Type: existence proof, method, annotated portfolio, intermediate-level concept, critical or speculative]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pipeline from open environmental data to embodied form. Not yet in problem–method–benefit form.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decisions that translate nonhuman data without speaking for other species.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Early accounts of how people relate to a place through its data. This one needs ethics if it stays.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Necessity test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[Without the making: why the finding would not stand]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[Without the site or domain: why the method would not be a contribution]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it goes, and what I will make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DIS 2027. Track not chosen. Paper ~7–8k words, or pictorial ≤12 pages. Full submission 18 Jan 2027 AoE.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Papers: a clear contribution, situated in DIS/HCI, with implications for interaction design.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TEI 2027 is not confirmed. Briefing of 6 Oct 2026 lists its papers and pictorials as closed.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By 25 November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printed core, ~80 mm, wall ≥1.5 mm. Formlabs resin in DZ 13-103, or FDM PLA in the same room. No booking yet.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[Replace with one image: a test, a sketch, a render]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D8105 Defence">
  <a:themeElements>
    <a:clrScheme name="ARTD8105 Defence">
      <a:dk1>
        <a:srgbClr val="16213E"/>
      </a:dk1>
      <a:lt1>
        <a:srgbClr val="FFFFFF"/>
      </a:lt1>
      <a:dk2>
        <a:srgbClr val="4E5D75"/>
      </a:dk2>
      <a:lt2>
        <a:srgbClr val="F2F3F5"/>
      </a:lt2>
      <a:accent1>
        <a:srgbClr val="E94F37"/>
      </a:accent1>
      <a:accent2>
        <a:srgbClr val="16213E"/>
      </a:accent2>
      <a:accent3>
        <a:srgbClr val="7A8CA3"/>
      </a:accent3>
      <a:accent4>
        <a:srgbClr val="E2E4E8"/>
      </a:accent4>
      <a:accent5>
        <a:srgbClr val="2F6F8F"/>
      </a:accent5>
      <a:accent6>
        <a:srgbClr val="F2B134"/>
      </a:accent6>
      <a:hlink>
        <a:srgbClr val="2F6F8F"/>
      </a:hlink>
      <a:folHlink>
        <a:srgbClr val="7A8CA3"/>
      </a:folHlink>
    </a:clrScheme>
    <a:fontScheme name="ARTD8105 Def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evaluation defence — template</dc:title>
  <dc:subject>PptxGenJS Presentation</dc:subject>
  <dc:creator>ARTD8105</dc:creator>
  <cp:lastModifiedBy>ARTD8105</cp:lastModifiedBy>
  <cp:revision>1</cp:revision>
  <dcterms:created xsi:type="dcterms:W3CDTF">2026-10-06T14:26:11Z</dcterms:created>
  <dcterms:modified xsi:type="dcterms:W3CDTF">2026-10-06T14:26:11Z</dcterms:modified>
</cp:coreProperties>
</file>